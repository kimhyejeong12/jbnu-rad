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E3E1AD-DC6A-8842-250E-3E05F32892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B090757-F4B1-EB25-E950-FF872EB73B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05DFB9-06B1-46AF-052B-76C80BB39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38273-9F99-48FE-A87F-0FC0263FB567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148A1B-04DF-E8DA-1BCA-1C9C7E595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0850FD-EE46-A381-3643-67E55391F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28BD1-23AC-4D6B-80EE-40068CECDE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1345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C8BF09-DEB6-72B9-DAA4-BEF9A6883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039F60-2F95-7A8F-F932-1B0C5D2E3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0E1F33-5FE4-5EE0-477A-314AC3A24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38273-9F99-48FE-A87F-0FC0263FB567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2481EB-CAD3-EDA1-BB7B-D5E78D8A0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565405-BD69-0884-61F1-920049EBD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28BD1-23AC-4D6B-80EE-40068CECDE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1595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FD9A0E-B274-B4ED-1521-D32E316C8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D5B2F6-3531-AC4A-1227-B127B97A7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AB2262-E7E5-C7F5-03A0-95D0BF57D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38273-9F99-48FE-A87F-0FC0263FB567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CB2C6E-59DC-39A3-F6FD-A2492A586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BA37CF-11CC-0346-A39E-069A11115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28BD1-23AC-4D6B-80EE-40068CECDE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4672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08BCC9-9CFA-ED21-61D3-42B475890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EE1496-6733-8BA0-3927-BE5FDA4BD8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69DE32E-CC88-0548-DE1B-710BE3817E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77748C-BC7A-0981-77EF-72CCB1C67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38273-9F99-48FE-A87F-0FC0263FB567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922FFE6-A6B7-F819-80DE-AE1C63F1E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72A4EFA-8921-6DA9-EAD9-C6E2F0BBC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28BD1-23AC-4D6B-80EE-40068CECDE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1059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8E4FF-E393-B3A1-5A4C-9081FA701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224FA2-A686-B0D4-F1E3-17566F87D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8780B6-2C82-6746-9238-4D5909ED3D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5ABA166-0862-5CD4-14E2-E8CFAD4F68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825F50F-32E8-FE24-D09E-1A438DADC6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FEB9120-1C76-0D82-F0EC-181970724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38273-9F99-48FE-A87F-0FC0263FB567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3991C59-BB37-EF37-D0F5-030F00383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AC529D2-B5FB-F506-358B-E6E0E0400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28BD1-23AC-4D6B-80EE-40068CECDE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5652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63EED8-E2FD-03D9-4E4A-015E7FF8E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939C41A-E56B-11C0-B9A3-6F97F9BEA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38273-9F99-48FE-A87F-0FC0263FB567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76758AC-82C7-0D4D-B4C5-BFCE3717D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546C975-C89E-4ABD-6266-DF154FAD5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28BD1-23AC-4D6B-80EE-40068CECDE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7020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96A1B61-BA98-6F88-B894-46946540B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38273-9F99-48FE-A87F-0FC0263FB567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C38A2A9-E659-5356-A0A5-62884D350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E812E7-9240-59DF-B71C-BB82DFD51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28BD1-23AC-4D6B-80EE-40068CECDE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9000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4768FB-974F-C4E6-0FA5-97BBAAFD5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679972-C823-5904-3C9E-76B0E34FE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5DE49F6-EBFE-2D59-99CE-B7CB90FB32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6A9675-BB8A-EE9F-DED1-DA4FD5BBD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38273-9F99-48FE-A87F-0FC0263FB567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AF1BA44-7EF7-6665-9B70-7341296A9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47F44D-5F17-D133-B744-7322B2D8D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28BD1-23AC-4D6B-80EE-40068CECDE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0161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757C26-90BF-6ACD-23D0-4EC72F023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39F96D5-E86E-5196-3E24-596AE70E9D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B58C0A5-7A37-D018-518B-90011FD70E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A23A4C-0E9E-D8B3-ACB6-4080FB76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38273-9F99-48FE-A87F-0FC0263FB567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7D9210-8408-C40C-48D4-D21F1A481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A996259-1323-25BF-B62B-52D5C8B83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28BD1-23AC-4D6B-80EE-40068CECDE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8924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EE254A-F61A-FA5B-C2EC-BEE019EA3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4C4ACFA-1A2A-64C0-C796-DAFB5EAC4A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AA451D-BCFB-AB7B-71B9-853AB7EC6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38273-9F99-48FE-A87F-0FC0263FB567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EAEC4D-230E-10D0-F155-E64100D64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6D0AF0-E66E-B500-392A-68B2F8014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28BD1-23AC-4D6B-80EE-40068CECDE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9538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31FB16F-2D65-F1DF-44FD-6EB1642174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44E689A-2671-CD5C-3FD0-EB5885F1D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B7FFDB-A265-3FA1-641B-8137EA7F8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38273-9F99-48FE-A87F-0FC0263FB567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7E8413-13BF-BEDA-5B48-73D197B0D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DEB3B1-0DE8-84AF-0F50-F6015B40C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28BD1-23AC-4D6B-80EE-40068CECDE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2755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D5CC114-503A-1649-7BAD-9E2477395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59CAF9-3685-83F0-883E-7524F90F16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F58AD7-2E11-C122-B984-32CD44D777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C38273-9F99-48FE-A87F-0FC0263FB567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D8920F-BA42-5F78-0532-C7CD91BDDE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73746E-7421-C6F0-24A0-A5B482871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928BD1-23AC-4D6B-80EE-40068CECDE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0015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7CD8AFF-D105-E86B-05C4-BCCB50D01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491" y="542314"/>
            <a:ext cx="9099180" cy="5756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962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5A7BD1D4-8458-5D3A-026C-3186B2F53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120" y="580443"/>
            <a:ext cx="11001760" cy="526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345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D6F10-4539-F60E-D015-B8D20F1CE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BA38FAC-D1BA-E3B7-D5F0-FF67744D7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322" y="314633"/>
            <a:ext cx="10306736" cy="601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701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E956A-9F96-A161-7DC3-DA5690503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E557179-1E12-E75A-D7DC-A03C947A3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992" y="484919"/>
            <a:ext cx="10195143" cy="5707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691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와이드스크린</PresentationFormat>
  <Paragraphs>0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김종덕/보안</dc:creator>
  <cp:lastModifiedBy>김종덕/보안</cp:lastModifiedBy>
  <cp:revision>1</cp:revision>
  <dcterms:created xsi:type="dcterms:W3CDTF">2026-10-06T03:45:05Z</dcterms:created>
  <dcterms:modified xsi:type="dcterms:W3CDTF">2026-10-06T03:49:53Z</dcterms:modified>
</cp:coreProperties>
</file>